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Olist E-Commerce: Sales, Customers and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of 99K orders using SQL, Python, Excel and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Period               : 2016-09 to 2018-10</a:t>
            </a:r>
          </a:p>
          <a:p>
            <a:pPr>
              <a:defRPr sz="2000"/>
            </a:pPr>
            <a:r>
              <a:t>Total revenue (BRL)  : 13,221,498</a:t>
            </a:r>
          </a:p>
          <a:p>
            <a:pPr>
              <a:defRPr sz="2000"/>
            </a:pPr>
            <a:r>
              <a:t>Delivered orders     : 96,478</a:t>
            </a:r>
          </a:p>
          <a:p>
            <a:pPr>
              <a:defRPr sz="2000"/>
            </a:pPr>
            <a:r>
              <a:t>Unique customers     : 93,358</a:t>
            </a:r>
          </a:p>
          <a:p>
            <a:pPr>
              <a:defRPr sz="2000"/>
            </a:pPr>
            <a:r>
              <a:t>Average order value  : 137.04</a:t>
            </a:r>
          </a:p>
          <a:p>
            <a:pPr>
              <a:defRPr sz="2000"/>
            </a:pPr>
            <a:r>
              <a:t>Repeat customer rate : 3.00%</a:t>
            </a:r>
          </a:p>
          <a:p>
            <a:pPr>
              <a:defRPr sz="2000"/>
            </a:pPr>
            <a:r>
              <a:t>Top 20% customers    : 56.6% of revenue</a:t>
            </a:r>
          </a:p>
          <a:p>
            <a:pPr>
              <a:defRPr sz="2000"/>
            </a:pPr>
            <a:r>
              <a:t>Month-1 retention    : 0.48%</a:t>
            </a:r>
          </a:p>
          <a:p>
            <a:pPr>
              <a:defRPr sz="2000"/>
            </a:pPr>
            <a:r>
              <a:t>Late delivery rate   : 8.11%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does revenue come from?</a:t>
            </a:r>
          </a:p>
        </p:txBody>
      </p:sp>
      <p:pic>
        <p:nvPicPr>
          <p:cNvPr id="3" name="Picture 2" descr="01_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1028192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Revenue grew through 2017 and levelled off in 2018. Three states (SP, RJ, MG) drive 63% of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categories matter most?</a:t>
            </a:r>
          </a:p>
        </p:txBody>
      </p:sp>
      <p:pic>
        <p:nvPicPr>
          <p:cNvPr id="3" name="Picture 2" descr="02_top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7571232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Health &amp; beauty, watches &amp; gifts and bed, bath &amp; table are the top three categories.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customers come back?</a:t>
            </a:r>
          </a:p>
        </p:txBody>
      </p:sp>
      <p:pic>
        <p:nvPicPr>
          <p:cNvPr id="3" name="Picture 2" descr="06_coho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6609806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Only 3% of customers order again. Retention after the first month is below 1%.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late delivery hurt reviews?</a:t>
            </a:r>
          </a:p>
        </p:txBody>
      </p:sp>
      <p:pic>
        <p:nvPicPr>
          <p:cNvPr id="3" name="Picture 2" descr="05_review_by_deliver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560832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6692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Late orders average 2.57 stars versus 4.29 for on-time orders (p &lt; 0.001).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1. Fix late delivery first: set realistic estimates for northern states and review slow sellers.</a:t>
            </a:r>
          </a:p>
          <a:p>
            <a:pPr>
              <a:defRPr sz="2200"/>
            </a:pPr>
            <a:r>
              <a:t>2. Launch a repeat-purchase offer in the first 30 days for high-value new customers.</a:t>
            </a:r>
          </a:p>
          <a:p>
            <a:pPr>
              <a:defRPr sz="2200"/>
            </a:pPr>
            <a:r>
              <a:t>3. Win back the high-value 'At Risk' segment, which holds 29% of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